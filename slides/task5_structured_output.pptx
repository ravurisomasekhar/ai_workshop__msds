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PERCEPTIVE &amp; GENERATIVE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Output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WhatsApp-to-ERP Daily Progress Translator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chaotic field messages into database-ready JSON.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1645920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Transrail AI Workshop  |  March 13–14, 2026  |  Task 5 of 8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Field Reporting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sites send chaotic WhatsApp updates. ERP systems demand rigid structure.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657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37360"/>
            <a:ext cx="3657600" cy="54864"/>
          </a:xfrm>
          <a:prstGeom prst="rect">
            <a:avLst/>
          </a:prstGeom>
          <a:solidFill>
            <a:srgbClr val="25D36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65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(Reality)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05840" y="2606040"/>
            <a:ext cx="3108960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6"/>
          <p:cNvSpPr/>
          <p:nvPr/>
        </p:nvSpPr>
        <p:spPr>
          <a:xfrm>
            <a:off x="1188720" y="26974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"Heavy rain at 2 PM, stopped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stringing work, only 3 poles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erected, need more conductors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D36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tmrw"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737360"/>
            <a:ext cx="365760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737360"/>
            <a:ext cx="365760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9659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SAP/ERP (Requirement)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029200" y="2606040"/>
            <a:ext cx="3108960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1"/>
          <p:cNvSpPr/>
          <p:nvPr/>
        </p:nvSpPr>
        <p:spPr>
          <a:xfrm>
            <a:off x="5212080" y="265176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"Location": "...",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"Work_Completed": "...",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"Quantity":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"Delay_Hrs": int,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"Material_Requested": "..."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834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won't learn ERP forms. The AI must bridge the gap — silently and perfectly.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Structure Matters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speak prose. Databases speak schema. Someone has to translate.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830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Ingestion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SAP/ERP systems reject free-text.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must be typed, named,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validated before insertion.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7472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78308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Integrity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1188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poles" must become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3 (integer), not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string buried in a paragraph.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7830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flows directly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dashboards, alerts, and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analytics pipelines.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462272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human language and database schema is exactly where GenAI shines.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Prompting Strategies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levels of prompting — each gives the LLM more structure to follow.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246888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Zero-Shot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"Extract data from this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 JSON."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guesses the schema.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keys, types,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formatting.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280160" y="4160520"/>
            <a:ext cx="1371600" cy="2743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46304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74720" y="1463040"/>
            <a:ext cx="246888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6459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One-Shot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118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"Here's one example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expected output.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 do this text."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1188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Better, but the LLM may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from the pattern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unusual inputs.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023360" y="4160520"/>
            <a:ext cx="1371600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5"/>
          <p:cNvSpPr/>
          <p:nvPr/>
        </p:nvSpPr>
        <p:spPr>
          <a:xfrm>
            <a:off x="40233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217920" y="1463040"/>
            <a:ext cx="246888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17920" y="1463040"/>
            <a:ext cx="246888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459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17920" y="21945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355080" y="2606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"Here are 3 examples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showing input → output.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this exact pattern."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35508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consistent.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locks onto the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across examples.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766560" y="4160520"/>
            <a:ext cx="1371600" cy="2743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2"/>
          <p:cNvSpPr/>
          <p:nvPr/>
        </p:nvSpPr>
        <p:spPr>
          <a:xfrm>
            <a:off x="676656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Schema as a Contract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exact shape of the output — field names, types, and constraints.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1148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411480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Transrail ERP Schema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2402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"Location":           string,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"Work_Completed":     string,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"Quantity":           integer,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"Delay_Hrs":          integer,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"Material_Requested":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120640" y="1463040"/>
            <a:ext cx="32918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20640" y="1463040"/>
            <a:ext cx="329184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6459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Rules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349240" y="2286000"/>
            <a:ext cx="164592" cy="1645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4" name="Text 10"/>
          <p:cNvSpPr/>
          <p:nvPr/>
        </p:nvSpPr>
        <p:spPr>
          <a:xfrm>
            <a:off x="5669280" y="2258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key names — no invention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349240" y="2697480"/>
            <a:ext cx="164592" cy="16459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2"/>
          <p:cNvSpPr/>
          <p:nvPr/>
        </p:nvSpPr>
        <p:spPr>
          <a:xfrm>
            <a:off x="5669280" y="2670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types (int ≠ string)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349240" y="3108960"/>
            <a:ext cx="164592" cy="16459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4"/>
          <p:cNvSpPr/>
          <p:nvPr/>
        </p:nvSpPr>
        <p:spPr>
          <a:xfrm>
            <a:off x="5669280" y="30815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"Unknown" if missing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5349240" y="3520440"/>
            <a:ext cx="164592" cy="1645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6"/>
          <p:cNvSpPr/>
          <p:nvPr/>
        </p:nvSpPr>
        <p:spPr>
          <a:xfrm>
            <a:off x="5669280" y="3493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keys or commentary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349240" y="3931920"/>
            <a:ext cx="164592" cy="16459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2" name="Text 18"/>
          <p:cNvSpPr/>
          <p:nvPr/>
        </p:nvSpPr>
        <p:spPr>
          <a:xfrm>
            <a:off x="5669280" y="39044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JSON — always parseable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68172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325880" y="46177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schema IS the contract between AI output and database input. No exceptions.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Few-Shot Prompt Anatomy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LLM a system role, the schema, and worked examples — then let it extrapolate.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011680" cy="7772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ROLE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834640" y="1417320"/>
            <a:ext cx="55778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017520" y="14173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an ERP data extraction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 for Transrail."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2011680" cy="7772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34640" y="2331720"/>
            <a:ext cx="55778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17520" y="23317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"Return ONLY valid JSON matching: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Location, Work_Completed, ... }"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2011680" cy="7772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46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34640" y="3246120"/>
            <a:ext cx="557784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32461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"3 towers done at Raipur"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{"Location":"Raipur",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"Work_Completed":"Tower Erection",...}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251960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43400"/>
            <a:ext cx="320040" cy="320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371600" y="4251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2–3 diverse examples &gt; 10 similar ones. Cover edge cases: missing data, abbreviations, typos.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JSON Mode &amp; Guardrails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ask for JSON — force it. Modern APIs have built-in structured output modes.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45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API-Level Enforcement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24028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response_format={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"json_object"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OpenAI: json_schema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Claude: tool_use with schema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6576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45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Layer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029200" y="228600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json.loads() — is it valid JSON?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required keys present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Type-check: Quantity must be 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&amp; retry on validation fail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4114800"/>
            <a:ext cx="7680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6" name="Text 12"/>
          <p:cNvSpPr/>
          <p:nvPr/>
        </p:nvSpPr>
        <p:spPr>
          <a:xfrm>
            <a:off x="1005840" y="4206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Defense in Depth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005840" y="45262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 (teaches the pattern) + JSON mode (forces format) + validation (catches errors) = bulletproof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Translation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280160"/>
            <a:ext cx="457200" cy="457200"/>
          </a:xfrm>
          <a:prstGeom prst="ellipse">
            <a:avLst/>
          </a:prstGeom>
          <a:solidFill>
            <a:srgbClr val="25D36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D3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 as raw text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05740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56032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128016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8"/>
          <p:cNvSpPr/>
          <p:nvPr/>
        </p:nvSpPr>
        <p:spPr>
          <a:xfrm>
            <a:off x="3200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92024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69748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schema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user message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205740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475488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394960" y="1280160"/>
            <a:ext cx="457200" cy="457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3"/>
          <p:cNvSpPr/>
          <p:nvPr/>
        </p:nvSpPr>
        <p:spPr>
          <a:xfrm>
            <a:off x="53949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92024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75488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489204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strict format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2057400"/>
            <a:ext cx="274320" cy="27432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6949440" y="1097280"/>
            <a:ext cx="1920240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7589520" y="128016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18"/>
          <p:cNvSpPr/>
          <p:nvPr/>
        </p:nvSpPr>
        <p:spPr>
          <a:xfrm>
            <a:off x="7589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1920240"/>
            <a:ext cx="548640" cy="54864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94944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</a:t>
            </a:r>
            <a:endParaRPr lang="en-US" sz="1600" dirty="0"/>
          </a:p>
        </p:txBody>
      </p:sp>
      <p:sp>
        <p:nvSpPr>
          <p:cNvPr id="29" name="Text 20"/>
          <p:cNvSpPr/>
          <p:nvPr/>
        </p:nvSpPr>
        <p:spPr>
          <a:xfrm>
            <a:off x="7086600" y="29718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JSON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into SAP/ERP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731520" y="3931920"/>
            <a:ext cx="347472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731520" y="3931920"/>
            <a:ext cx="54864" cy="8686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06908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137160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Without AI</a:t>
            </a:r>
            <a:endParaRPr lang="en-US" sz="1300" dirty="0"/>
          </a:p>
        </p:txBody>
      </p:sp>
      <p:sp>
        <p:nvSpPr>
          <p:cNvPr id="34" name="Text 24"/>
          <p:cNvSpPr/>
          <p:nvPr/>
        </p:nvSpPr>
        <p:spPr>
          <a:xfrm>
            <a:off x="137160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must learn ERP — they won't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4937760" y="3931920"/>
            <a:ext cx="3474720" cy="868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4937760" y="3931920"/>
            <a:ext cx="54864" cy="8686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6360" y="4069080"/>
            <a:ext cx="320040" cy="32004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577840" y="3977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AI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5577840" y="42519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→ JSON → ERP. Zero training needed.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You'll Build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371600"/>
            <a:ext cx="3474720" cy="32004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 (Input)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05840" y="1783080"/>
            <a:ext cx="347472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828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"Heavy rain at 2 PM, stopped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stringing work, only 3 poles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erected, need more conductors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tmrw"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3017520"/>
            <a:ext cx="347472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17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(Few-Shot)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429000"/>
            <a:ext cx="3474720" cy="5486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474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are an ERP extraction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assistant. Return ONLY valid JSON..."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2918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JSON (Output)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0" y="1783080"/>
            <a:ext cx="3291840" cy="219456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828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"Location": "Unknown",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"Work_Completed":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"Pole Erection",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"Quantity": 3,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"Delay_Hrs": 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"Material_Requested":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"Conductors"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05840" y="4114800"/>
            <a:ext cx="347472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114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to ERP JSON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Invisible UI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interface is the one the user already has.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6809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Path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05840" y="21945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→ Learns ERP → Opens SAP → Finds form → Types data → Submits → Errors → Retypes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971800"/>
            <a:ext cx="7680960" cy="1188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971800"/>
            <a:ext cx="54864" cy="118872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1089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Invisible UI Path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05840" y="36118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Staff → Sends WhatsApp (already does this!) → AI translates → JSON → ERP. Done.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0FDF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6227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2588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Principle: The best UI is no UI. GenAI as a silent backend translator eliminates all ERP training friction.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Mission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60020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103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 the prompt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 few-shot system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with 2–3 examples.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exact JSON schema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edge case handling.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2240280"/>
            <a:ext cx="274320" cy="2743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56616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43484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44348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10312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Wire the LLM call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0332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API call with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mode enabled.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validate the 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displaying.</a:t>
            </a:r>
            <a:endParaRPr lang="en-US" sz="12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402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400800" y="118872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269480" y="13716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9" name="Text 13"/>
          <p:cNvSpPr/>
          <p:nvPr/>
        </p:nvSpPr>
        <p:spPr>
          <a:xfrm>
            <a:off x="72694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2103120"/>
            <a:ext cx="548640" cy="5486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00800" y="2788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Stress test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537960" y="32004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chaotic WhatsApp strings: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typos, abbreviations, missing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 Ensure output is always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parseable JSON.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FFFBEB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6227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325880" y="4389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criteria: Every WhatsApp string — no matter how messy — produces valid JSON that SAP can ingest.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best interface is WhatsApp.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user already uses it.</a:t>
            </a:r>
            <a:endParaRPr lang="en-US" sz="2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 does the rest.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prompting + JSON mode + validation = a silent backend translator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eliminates ERP training friction for every field worker.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9319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UI = zero training friction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54880" y="3840480"/>
            <a:ext cx="365760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39319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38404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= database ready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5948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Task 6 — Single Agent: The Autonomous Supply Chain Expeditor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5: Structured Output — WhatsApp-to-ERP Translator</dc:title>
  <dc:subject>PptxGenJS Presentation</dc:subject>
  <dc:creator>Tony — Transrail AI Workshop</dc:creator>
  <cp:lastModifiedBy>Tony — Transrail AI Workshop</cp:lastModifiedBy>
  <cp:revision>1</cp:revision>
  <dcterms:created xsi:type="dcterms:W3CDTF">2026-03-11T22:37:29Z</dcterms:created>
  <dcterms:modified xsi:type="dcterms:W3CDTF">2026-03-11T22:37:29Z</dcterms:modified>
</cp:coreProperties>
</file>