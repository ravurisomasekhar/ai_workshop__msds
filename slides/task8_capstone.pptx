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Safety Watchdog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Hybrid AI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you built — wired into one production pipeline.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Transrail AI Workshop  |  March 13–14, 2026  |  Task 8 of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Safety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concurrent, high-risk global sites. A single missed hazard can cost a life.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captures a worker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harness 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height. How fast can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detect it?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low-risk warning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critical emergency?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rules must decide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probabilistic model.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supervisor,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them immediately,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incident report.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matter.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AI paradigm can handle all three. You need a hybrid architecture — and you've already built the parts.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AI: Four Layers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is never one model. It's a multi-layered pipeline of sight, logic, language, and action.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anomalies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images/video.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CV.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3474720"/>
            <a:ext cx="100584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37744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0320" y="15087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0" y="15087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916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AI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65176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IF/THEN logic.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probabilistic guessing.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Rules.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017520" y="3474720"/>
            <a:ext cx="10058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3"/>
          <p:cNvSpPr/>
          <p:nvPr/>
        </p:nvSpPr>
        <p:spPr>
          <a:xfrm>
            <a:off x="301752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377440"/>
            <a:ext cx="228600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54880" y="15087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150876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69164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5488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84632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DBs, sends SMS.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Agent.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212080" y="3474720"/>
            <a:ext cx="100584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19"/>
          <p:cNvSpPr/>
          <p:nvPr/>
        </p:nvSpPr>
        <p:spPr>
          <a:xfrm>
            <a:off x="521208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9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377440"/>
            <a:ext cx="228600" cy="2286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949440" y="15087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949440" y="150876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691640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4944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7040880" y="2697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reports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4/5: RAG+JSON.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7406640" y="3474720"/>
            <a:ext cx="100584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25"/>
          <p:cNvSpPr/>
          <p:nvPr/>
        </p:nvSpPr>
        <p:spPr>
          <a:xfrm>
            <a:off x="740664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4/5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33672"/>
            <a:ext cx="320040" cy="32004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371600" y="4160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does what it's best at. Vision sees. Rules decide. Agents act. GenAI writes.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Pipeline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drone image to corporate email — a cascade of AI decisions, each triggering the next.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441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Model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66160" y="1325880"/>
            <a:ext cx="484632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749040" y="1325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missing harness at ~4.5m height.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1783080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00253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19842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Engine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566160" y="1984248"/>
            <a:ext cx="484632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749040" y="19842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&gt; 2m → Flag as "Level 1 CRITICAL".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14400" y="2441448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731520" y="2688336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66090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26426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566160" y="2642616"/>
            <a:ext cx="484632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749040" y="26426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SAP HR for supervisor → Dispatches SMS via Twilio.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14400" y="3099816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731520" y="334670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1"/>
          <p:cNvSpPr/>
          <p:nvPr/>
        </p:nvSpPr>
        <p:spPr>
          <a:xfrm>
            <a:off x="73152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31927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828800" y="33009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566160" y="3300984"/>
            <a:ext cx="484632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3749040" y="33009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HSE Near-Miss Incident Report → Emails safety committee.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14400" y="3758184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731520" y="4005072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27"/>
          <p:cNvSpPr/>
          <p:nvPr/>
        </p:nvSpPr>
        <p:spPr>
          <a:xfrm>
            <a:off x="73152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977640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828800" y="39593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 UI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3566160" y="3959352"/>
            <a:ext cx="484632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3749040" y="39593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receives alert on-site → Taps "Review &amp; Approve".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31520" y="470916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73168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325880" y="4709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fails (safe image, low height), the cascade stops. Only real hazards trigger the full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Hybrid Architecture?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 paradigm has strengths and weaknesses. Hybrid = using the right tool for each sub-problem.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compliance.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3721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handle ambiguity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unstructured data.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46304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459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57600" y="2697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5760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creative,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with language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unstructured data.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57600" y="3520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3721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Probabilistic. 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hallucinate. Not safe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decisions.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0800" y="2697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multi-step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dynamically.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0" y="3520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00800" y="3721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guardrails.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Expensive. Can 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off-track.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31520" y="4709160"/>
            <a:ext cx="7680960" cy="41148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7316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25880" y="4709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principle: use rules where certainty matters, LLMs where creativity matters, agents where action matters.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Closing the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doesn't end with AI. It ends with a human on-site making the final call.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captures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image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108960" y="1554480"/>
            <a:ext cx="22860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76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cascade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669280" y="1554480"/>
            <a:ext cx="22860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373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5508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 sent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supervisor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669280" y="2926080"/>
            <a:ext cx="22860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1089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508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opens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tablet UI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108960" y="2926080"/>
            <a:ext cx="22860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31089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9476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approves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48640" y="2926080"/>
            <a:ext cx="22860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0896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 logged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1920240"/>
            <a:ext cx="228600" cy="22860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1920240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6751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Text 15"/>
          <p:cNvSpPr/>
          <p:nvPr/>
        </p:nvSpPr>
        <p:spPr>
          <a:xfrm>
            <a:off x="53949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28346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</a:t>
            </a:r>
            <a:endParaRPr lang="en-US" sz="1800" dirty="0"/>
          </a:p>
        </p:txBody>
      </p:sp>
      <p:sp>
        <p:nvSpPr>
          <p:cNvPr id="27" name="Shape 17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325112"/>
            <a:ext cx="320040" cy="32004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371600" y="4251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Principle: AI detects, AI acts — but the human closes the loop. Physical safety demands human accountability.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Computational Thinking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you applied across every task — without even realising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Decomposition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problems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sub-problems.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workshop: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3429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Rules / Agent / GenAI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four layers, four tasks.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0" y="14173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4173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00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5176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recurring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in data.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834640" y="3154680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51760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workshop: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651760" y="3429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detects anomalies.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match known hazards.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finds precedents.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54880" y="14173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54880" y="141732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5488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4632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complexity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interfaces.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0" y="3154680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46320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workshop: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846320" y="3429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MCP, 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— each layer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only what's needed.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949440" y="14173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49440" y="141732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00200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4944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04088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step-by-step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223760" y="3154680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040880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workshop: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040880" y="34290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pipeline: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triggers the next.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 → Agent → GenAI.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31520" y="4663440"/>
            <a:ext cx="7680960" cy="45720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3659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325880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isn't a tool — it's how engineers think. Every AI system starts with these four moves.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 in Action: Crane Fatigue Alert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4183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868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crane operator at a remote rail yard shows signs of fatigue at hour 11 of a 12-hour shift.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544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0" y="15544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sub-problems?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0" y="18105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fatigue (Vision) → Assess risk level (Rules) → Alert supervisor (Agent) → Log incident (GenAI)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31520" y="2304288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4144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30428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Recognise Patterns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743200" y="23042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exist in this domain?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2743200" y="25603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incidents spike after hour 10. Night shifts 3× riskier. Same pattern in mining &amp; oil sectors.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1520" y="3054096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9125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05409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743200" y="30540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hide behind interfaces?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743200" y="33101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 → "fatigue_score" API.  SAP HR → "get_relief_operator()".  SMS → Twilio one-liner.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31520" y="3803904"/>
            <a:ext cx="1828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4106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80390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Algorithm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2743200" y="38039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step-by-step procedure?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2743200" y="40599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fatigue_score &gt; 0.7 AND shift_hours &gt; 8 → Level 2 alert → Find relief operator → Dispatch SMS → Draft report.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31520" y="466344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3659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this: pick any Transrail problem, walk it through all four pillars, then map each to an AI layer.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everything from the workshop into one orchestrator script: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83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+ Rules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Vision API detects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hazards. Python IF/ELSE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severity. Zero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on critical flags.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+ Tools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queries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HR database, calls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API. Human-in-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the-loop before sending.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830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 + Output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drafts Near-Miss 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 Structured JSON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logs. Email to safety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9028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526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is just a Python script that imports and chains the functions you already wrote.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7680960" cy="4114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 Logs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1600200"/>
            <a:ext cx="71323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0020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600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👁️ Vision Model: Detected missing harness at approx 4.5m.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71323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10312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103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⚖️ Rule Engine: Height &gt; 2m detected. Flagging as 'Level 1 CRITICAL'.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606040"/>
            <a:ext cx="71323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606040"/>
            <a:ext cx="54864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606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Agent: Querying SAP HR for Site Supervisor... Found: +91 98765 43210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108960"/>
            <a:ext cx="71323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3108960"/>
            <a:ext cx="54864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108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📬 Twilio API: Dispatched SMS to Supervisor.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3611880"/>
            <a:ext cx="71323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361188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GenAI: Drafted HSE Near-Miss Incident Report and emailed Safety Committee.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3367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2588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Complete! Architecture validated.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371600"/>
            <a:ext cx="548640" cy="5486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your modules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vision analysis,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engine, agent tools,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GenAI functions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tasks.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2402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031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the cascade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033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them: Vision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Agent → GenAI.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step's output feeds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step's input.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402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69480" y="1371600"/>
            <a:ext cx="548640" cy="5486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9" name="Text 13"/>
          <p:cNvSpPr/>
          <p:nvPr/>
        </p:nvSpPr>
        <p:spPr>
          <a:xfrm>
            <a:off x="7269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10312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both paths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379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 safe image (pipeline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stops). Feed an unsafe image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cascade fires). Verify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FFBE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6227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Does a safe image correctly stop the pipeline? Does an unsafe image trigger every step?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AI is never one model.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a symphony of systems.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Humans close the loop.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combines vision, rules, agents, and language models into layered pipelines.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handles what it's best at. The human stays in command.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136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840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0" y="3840480"/>
            <a:ext cx="182880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91363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3840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54880" y="3840480"/>
            <a:ext cx="182880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9136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840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766560" y="3840480"/>
            <a:ext cx="182880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913632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69480" y="3840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" name="Text 12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— You've completed the Transrail AI Workshop!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8: Capstone — End-to-End Smart Safety Watchdog</dc:title>
  <dc:subject>PptxGenJS Presentation</dc:subject>
  <dc:creator>Tony — Transrail AI Workshop</dc:creator>
  <cp:lastModifiedBy>Tony — Transrail AI Workshop</cp:lastModifiedBy>
  <cp:revision>1</cp:revision>
  <dcterms:created xsi:type="dcterms:W3CDTF">2026-03-11T23:37:07Z</dcterms:created>
  <dcterms:modified xsi:type="dcterms:W3CDTF">2026-03-11T23:37:07Z</dcterms:modified>
</cp:coreProperties>
</file>