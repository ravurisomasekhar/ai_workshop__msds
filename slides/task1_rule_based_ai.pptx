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FOUNDATIONAL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BOQ &amp; Design Compliance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safety demands certainty, rules beat neurons.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1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every problem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a neural network?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00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recognition, prediction,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data, creativity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301752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Systems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compliance, auditable decisions,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hallucinations, 100% deterministic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Kinds of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731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AI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= Same output, always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wind_zone &gt;= 4 AND height &gt; 40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steel = High-Tensile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defensible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280160"/>
            <a:ext cx="365760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AI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02920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= Different output possible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"Insulator looks 87% likely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be rusted"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ambiguity and noise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or be wrong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human verification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4663440"/>
            <a:ext cx="7680960" cy="73152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9260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400kV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Tower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Design Compliance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BOQ Error Can: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0" y="2011680"/>
            <a:ext cx="43891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Halt manufacturing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89120" y="2331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steel grade = structural failure risk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743200"/>
            <a:ext cx="43891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construction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89120" y="3063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flange = site rejection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474720"/>
            <a:ext cx="43891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crores in rework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89120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+ re-fabrication + project delay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4297680"/>
            <a:ext cx="7680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Standards (IS 802, IS 5613) and IEC 60826 mandate strict compliance.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room for AI that "guesses."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IoT: Where Rule Data Comes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your IF/THEN rules don't read CSVs. They read live sensor streams.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coil &gt; 85°C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2160" y="1371600"/>
            <a:ext cx="2743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6"/>
          <p:cNvSpPr/>
          <p:nvPr/>
        </p:nvSpPr>
        <p:spPr>
          <a:xfrm>
            <a:off x="603504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temp &gt; 85 → "Overload Warning"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31520" y="2148840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148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Vibration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74320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arm vibration spike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331720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852160" y="2148840"/>
            <a:ext cx="2743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1"/>
          <p:cNvSpPr/>
          <p:nvPr/>
        </p:nvSpPr>
        <p:spPr>
          <a:xfrm>
            <a:off x="603504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amplitude &gt; 12mm → "Stop Operations"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731520" y="2926080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632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29260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/ Pressure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27432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bearing stress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10896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852160" y="2926080"/>
            <a:ext cx="2743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6"/>
          <p:cNvSpPr/>
          <p:nvPr/>
        </p:nvSpPr>
        <p:spPr>
          <a:xfrm>
            <a:off x="603504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load &gt; 0.9 × capacity → "Level 1 Critical"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31520" y="3703320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84048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34440" y="3703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Proximity / GPS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274320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near live OHE zone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3886200"/>
            <a:ext cx="228600" cy="2286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852160" y="3703320"/>
            <a:ext cx="2743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1"/>
          <p:cNvSpPr/>
          <p:nvPr/>
        </p:nvSpPr>
        <p:spPr>
          <a:xfrm>
            <a:off x="603504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distance &lt; 3m → "Exclusion Zone Breach"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690872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32588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you'll use CSV data. In production, these same rules ingest real-time MQTT/OPC-UA sensor streams.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 Like a Machine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is built from just three building blocks: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24688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0574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steps in order.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BOQ row → Check rules → Write 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21945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= read_csv()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check(row)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8288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828800"/>
            <a:ext cx="24688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20574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wind zone is 4, THEN use high-tensile steel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3931920"/>
            <a:ext cx="21945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wind_zone &gt;= 4: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steel = "High-Tensile"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828800"/>
            <a:ext cx="246888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205740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item.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 in the BOQ, run the 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3931920"/>
            <a:ext cx="21945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boq_data: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validate(row)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&amp; Data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names to the things your program works with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Integer (number)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wind_zone =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zone rating for the tower site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46304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Float (decimal)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45.5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height in 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56032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(text)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steel = "High-Tensile"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of steel for tower legs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56032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56032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(true/false)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880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is_compliant = True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row pass the check?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5760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(collection)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 = [3, 4, 5]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high-wind zones to check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37490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65760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 (lookup)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{"zone": 4, "ht": 45}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BOQ row as key-value pairs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663440"/>
            <a:ext cx="7680960" cy="54864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Conditionals: The Heart of Rule-Based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Flowchart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2377440" cy="548640"/>
          </a:xfrm>
          <a:prstGeom prst="rect">
            <a:avLst/>
          </a:prstGeom>
          <a:solidFill>
            <a:srgbClr val="EEF2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Zone &gt;= 4?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560320"/>
            <a:ext cx="1463040" cy="45720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560320"/>
            <a:ext cx="146304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1828800" cy="64008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height &gt; 40m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steel 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3246120"/>
            <a:ext cx="14630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wind: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rule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4114800"/>
            <a:ext cx="23774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PASS or FAIL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6576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261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IF / ELIF / ELSE pattern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wind_zone &gt;= 4 and height &gt; 40: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steel_grade != "High-Tensile":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"FAIL"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reason = "IS 802 violated"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flange &lt; 25: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"FAIL"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reason = "IS 5613 violated"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"PASS"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reason = "All rules met"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"PASS"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 = "Wind zone &lt; 4, exempt"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Loops: Checking Every Row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tower isn't enough — we need to check the entire BOQ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BOQ Table (5 rows)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32918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      WZ  Ht   Result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3291840" cy="320040"/>
          </a:xfrm>
          <a:prstGeom prst="rect">
            <a:avLst/>
          </a:prstGeom>
          <a:solidFill>
            <a:srgbClr val="25334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400kV Sus   4   45 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679192"/>
            <a:ext cx="3291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400kV Sus   3   38  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679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026664"/>
            <a:ext cx="32918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26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400kV Sus   5   50 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0266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30266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374136"/>
            <a:ext cx="329184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74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400kV Sus   4   42  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3741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721608"/>
            <a:ext cx="3291840" cy="320040"/>
          </a:xfrm>
          <a:prstGeom prst="rect">
            <a:avLst/>
          </a:prstGeom>
          <a:solidFill>
            <a:srgbClr val="25334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400kV Sus   4   48 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3657600" cy="2926080"/>
          </a:xfrm>
          <a:prstGeom prst="rect">
            <a:avLst/>
          </a:prstGeom>
          <a:solidFill>
            <a:srgbClr val="0F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BOQ spreadsheet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pd.read_csv("mock_boq.csv")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loop: check EVERY row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row in df.iterrows():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status, reason = validate(row)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print(f"Row {index}: {status}")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loop automatically stops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all rows are processed.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Functions: Reusable Logic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everywhere — like a formula in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Formula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Pressure = 0.6 × V²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Wind speed (V)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Pressure in N/m²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for any tower, any site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24028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5544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54480"/>
            <a:ext cx="365760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Function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0" y="2103120"/>
            <a:ext cx="32918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validate_tower(row):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"""Check one BOQ row."""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row["Wind Zone"] &gt;= 4: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"FAIL", "IS 802"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"PASS", "OK"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Function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(create) the function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346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validate_tower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3464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something meaningful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 — data going 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7512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7512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what comes back out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 for Engineers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organizes your BOQ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4688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2194560" cy="109728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 = [3,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heights = [38, 45, 50]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column in your Excel sheet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280160"/>
            <a:ext cx="24688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lookup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2194560"/>
            <a:ext cx="2194560" cy="109728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"400kV",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"height": 45,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"zone":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one row with column headers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280160"/>
            <a:ext cx="246888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DataFrame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spreadsheet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194560"/>
            <a:ext cx="2194560" cy="109728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"mock_boq.csv"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df["Height"].mean()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entire BOQ table in Python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7680960" cy="54864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508760"/>
            <a:ext cx="731520" cy="7315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BOQ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input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96596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28016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508760"/>
            <a:ext cx="731520" cy="731520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32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832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logic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965960"/>
            <a:ext cx="320040" cy="3200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35040" y="128016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812280" y="1508760"/>
            <a:ext cx="731520" cy="731520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459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3504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0350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output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965960"/>
            <a:ext cx="320040" cy="32004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1965960"/>
            <a:ext cx="320040" cy="32004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4"/>
          <p:cNvSpPr/>
          <p:nvPr/>
        </p:nvSpPr>
        <p:spPr>
          <a:xfrm>
            <a:off x="91440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914400" y="3794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wind_zone &gt;= 4 AND tower_height &gt; 40m: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steel_grade MUST be "High-Tensile"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base_flange_thickness MUST be &gt;= 25mm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→ FAIL (cite IS 802 Part 1/Sec 1)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 You'll Implement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Indian Standards (IS) and IEC codes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Steel Grade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802 (Part 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 &gt;= 4 &amp; Height &gt; 40 → High-Tensile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Base Flange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468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5613 (Part 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&gt; 40 → Flange &gt;= 25mm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468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Dampers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60826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HTLS + Wind &gt;= 3 → Dampers req'd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3108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starter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mock BOQ CSV and see the compliance engine in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1188720"/>
            <a:ext cx="822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188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the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IF/THEN statements and understand how IS 802 maps to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822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new rule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HTLS conductor + Wind Zone &gt;= 3 → anti-vibration dampers required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651760"/>
            <a:ext cx="822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36499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on purpose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failing BOQ row and verify the engine catches 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3383280"/>
            <a:ext cx="822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output trustworthy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must cite the exact IS/IEC standard violated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4114800"/>
            <a:ext cx="822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4114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663440"/>
            <a:ext cx="7680960" cy="54864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Say "Computer Says No"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3657600" cy="7315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Output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468880"/>
            <a:ext cx="32004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Main_Leg — FAIL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further details provided.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engineering department.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45920"/>
            <a:ext cx="3657600" cy="731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Output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983480" y="2468880"/>
            <a:ext cx="32004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512064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Main_Leg — FAIL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 R1_steel_grade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Ref:  IS 802 (Part 1/Sec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Use High-Tensile steel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420624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1596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06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by showing the engineer exactly WHICH standard failed and WHY — not by hiding behind opaque error codes.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everything needs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neural network.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14630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200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66160" y="3017520"/>
            <a:ext cx="2286000" cy="14630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2004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616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0" y="3017520"/>
            <a:ext cx="2286000" cy="14630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2004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safety-critical engineering, this is often the RIGHT answer.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1: Rule-Based AI — BOQ Compliance Engine</dc:title>
  <dc:subject>PptxGenJS Presentation</dc:subject>
  <dc:creator>Tony — Transrail AI Workshop</dc:creator>
  <cp:lastModifiedBy>Tony — Transrail AI Workshop</cp:lastModifiedBy>
  <cp:revision>1</cp:revision>
  <dcterms:created xsi:type="dcterms:W3CDTF">2026-03-11T23:58:05Z</dcterms:created>
  <dcterms:modified xsi:type="dcterms:W3CDTF">2026-03-11T23:58:05Z</dcterms:modified>
</cp:coreProperties>
</file>