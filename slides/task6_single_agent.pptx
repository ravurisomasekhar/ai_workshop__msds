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AGENTIC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Agent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Autonomous Supply Chain Expeditor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AI that answers to AI that acts.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14400"/>
            <a:ext cx="1645920" cy="1645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5948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Transrail AI Workshop  |  March 13–14, 2026  |  Task 6 of 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Expediting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HTLS conductor delayed. Manual expediting is tedious, slow, and error-prone.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4688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9659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Inventory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3154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into SAP, navigate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module, query buffer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for the delayed item.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20+ minutes.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4720" y="1737360"/>
            <a:ext cx="24688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96596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Route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657600" y="3154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weather service, find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delivery route forecast,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if delays are weather-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related. Another 15 minutes.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17920" y="1737360"/>
            <a:ext cx="24688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96596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Draft Update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00800" y="31546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email, compose a status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to the PM with all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findings. Copy-paste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3 different screens.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an AI agent could do all three steps autonomously — reasoning about what to do next?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Agentic Leap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evolves from answering questions to taking actions in the real world.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657600" cy="73152"/>
          </a:xfrm>
          <a:prstGeom prst="rect">
            <a:avLst/>
          </a:prstGeom>
          <a:solidFill>
            <a:srgbClr val="6474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Tasks 1–5: Chatbot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23774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asks → AI answers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ability to take action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must act on the answer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turn at a time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55448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554480"/>
            <a:ext cx="3657600" cy="73152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83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6+: Agent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029200" y="23774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sets goal → AI plans + acts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tools (APIs, DBs, email)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about results, adapts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autonomous workflow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31520" y="4389120"/>
            <a:ext cx="7680960" cy="502920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462272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43891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difference: agents have tools. Tools give LLMs hands to act in the world.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ReAct: Reason + 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thinks, acts, observes, and loops — just like a human problem-solver.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1920240" cy="5486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002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2697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need to check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for steel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anything else."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331720"/>
            <a:ext cx="228600" cy="228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560320" y="141732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560320" y="1417320"/>
            <a:ext cx="192024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60020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60320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2651760" y="2697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tool: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query_inventory_db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(item='steel')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331720"/>
            <a:ext cx="228600" cy="2286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754880" y="141732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754880" y="1417320"/>
            <a:ext cx="192024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600200"/>
            <a:ext cx="548640" cy="5486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754880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800" dirty="0"/>
          </a:p>
        </p:txBody>
      </p:sp>
      <p:sp>
        <p:nvSpPr>
          <p:cNvPr id="20" name="Text 13"/>
          <p:cNvSpPr/>
          <p:nvPr/>
        </p:nvSpPr>
        <p:spPr>
          <a:xfrm>
            <a:off x="4846320" y="2697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50 tons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(shortfall detected,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200 tons)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2331720"/>
            <a:ext cx="228600" cy="22860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949440" y="141732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6949440" y="1417320"/>
            <a:ext cx="1920240" cy="5486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1600200"/>
            <a:ext cx="548640" cy="54864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949440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</a:t>
            </a:r>
            <a:endParaRPr lang="en-US" sz="1800" dirty="0"/>
          </a:p>
        </p:txBody>
      </p:sp>
      <p:sp>
        <p:nvSpPr>
          <p:cNvPr id="26" name="Text 17"/>
          <p:cNvSpPr/>
          <p:nvPr/>
        </p:nvSpPr>
        <p:spPr>
          <a:xfrm>
            <a:off x="7040880" y="2697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"We're short. Next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check the weather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delivery route."</a:t>
            </a:r>
            <a:endParaRPr lang="en-US" sz="1100" dirty="0"/>
          </a:p>
        </p:txBody>
      </p:sp>
      <p:sp>
        <p:nvSpPr>
          <p:cNvPr id="27" name="Shape 18"/>
          <p:cNvSpPr/>
          <p:nvPr/>
        </p:nvSpPr>
        <p:spPr>
          <a:xfrm>
            <a:off x="731520" y="4206240"/>
            <a:ext cx="7680960" cy="59436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297680"/>
            <a:ext cx="320040" cy="32004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371600" y="42062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repeats until the agent decides the goal is achieved — or a human intervenes.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Calling: Giving AI Hands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Python functions the LLM can invoke. Each tool has a name, description, and parameters.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4688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2468880" cy="5486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6002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query_inventory_db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SAP inventory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buffer stock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material.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8680" y="3337560"/>
            <a:ext cx="219456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337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(item: str) → int (buffer stock)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474720" y="1417320"/>
            <a:ext cx="24688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417320"/>
            <a:ext cx="246888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0020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check_weather_api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611880" y="2606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weather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for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route.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11880" y="3337560"/>
            <a:ext cx="219456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3"/>
          <p:cNvSpPr/>
          <p:nvPr/>
        </p:nvSpPr>
        <p:spPr>
          <a:xfrm>
            <a:off x="3611880" y="3337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(route: str) → str (forecast)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217920" y="1417320"/>
            <a:ext cx="24688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417320"/>
            <a:ext cx="246888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0020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draft_email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355080" y="2606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Composes and stages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to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355080" y="3337560"/>
            <a:ext cx="219456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19"/>
          <p:cNvSpPr/>
          <p:nvPr/>
        </p:nvSpPr>
        <p:spPr>
          <a:xfrm>
            <a:off x="6355080" y="3337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(to, subject, body) → str (confirmation)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731520" y="4663440"/>
            <a:ext cx="7680960" cy="411480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727448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25880" y="4663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reads the tool descriptions and decides which to call, with what arguments, and in what order.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MCP: The Universal Tool Protocol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standardizes how any AI agent connects to any tool or data source.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65760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36576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MCP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AI vendor has its own tool format.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uses function_call, Anthropic uses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tool_use, LangChain has @tool. Every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is custom, brittle, and locked in.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65760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417320"/>
            <a:ext cx="36576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MCP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open standard. Build a tool server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 any MCP-compatible agent can use it.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Plug-and-play across vendors. Think of 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USB-C for AI tools.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520440"/>
            <a:ext cx="2377440" cy="1234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520440"/>
            <a:ext cx="2377440" cy="5486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657600"/>
            <a:ext cx="411480" cy="4114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25880" y="3657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Client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" y="4114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(Claude, GPT, etc.)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383280" y="3520440"/>
            <a:ext cx="2377440" cy="1234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383280" y="3520440"/>
            <a:ext cx="237744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3657600"/>
            <a:ext cx="411480" cy="4114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977640" y="3657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Protocol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520440" y="4114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over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or HTTP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035040" y="3520440"/>
            <a:ext cx="2377440" cy="1234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035040" y="3520440"/>
            <a:ext cx="237744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657600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629400" y="3657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172200" y="4114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tools &amp;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310896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↔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576072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↔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731520" y="4937760"/>
            <a:ext cx="7680960" cy="41148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001768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325880" y="49377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open source (by Anthropic). Your @tool functions today can become MCP servers tomorrow.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Trace: Step by Step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agent reason through the supply chain delay — autonomously.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05840" cy="4114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1280160"/>
            <a:ext cx="6583680" cy="411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12801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need to check inventory for steel first."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1005840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288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1828800"/>
            <a:ext cx="6583680" cy="411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182880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query_inventory_db(item="steel") → 50 tons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1005840" cy="4114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774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2377440"/>
            <a:ext cx="6583680" cy="411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11680" y="23774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"50 tons &lt; 200 needed. We're short. Check weather."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926080"/>
            <a:ext cx="1005840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926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0" y="2926080"/>
            <a:ext cx="6583680" cy="411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011680" y="29260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check_weather_api(route="Mumbai-Pune") → Heavy Monsoons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474720"/>
            <a:ext cx="1005840" cy="4114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74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0" y="3474720"/>
            <a:ext cx="6583680" cy="411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011680" y="34747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"Weather delays confirmed. I'll draft the email."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023360"/>
            <a:ext cx="100584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0233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0" y="4023360"/>
            <a:ext cx="6583680" cy="411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011680" y="40233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draft_email(to="PM", subject="Steel Delay Alert")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636008"/>
            <a:ext cx="228600" cy="2286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80160" y="45720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REQUIRED — Agent pauses before sending the email.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Supervisory Control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agent firing off emails unchecked is dangerous. Design the guardrails.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54864" cy="10058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Autonomous (Dangerous)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2148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queries DB → checks weather → sends email to PM without any human review. What if the data was wrong?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78892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788920"/>
            <a:ext cx="54864" cy="100584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9260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 (Safe)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05840" y="3383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queries DB → checks weather → drafts email → PAUSES → human reviews → Approve or Reject.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286000" y="4023360"/>
            <a:ext cx="2011680" cy="411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1"/>
          <p:cNvSpPr/>
          <p:nvPr/>
        </p:nvSpPr>
        <p:spPr>
          <a:xfrm>
            <a:off x="2286000" y="4023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&amp; Send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846320" y="4023360"/>
            <a:ext cx="201168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3"/>
          <p:cNvSpPr/>
          <p:nvPr/>
        </p:nvSpPr>
        <p:spPr>
          <a:xfrm>
            <a:off x="4846320" y="4023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&amp; Edit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31520" y="4663440"/>
            <a:ext cx="7680960" cy="411480"/>
          </a:xfrm>
          <a:prstGeom prst="rect">
            <a:avLst/>
          </a:prstGeom>
          <a:solidFill>
            <a:srgbClr val="F0FDF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72744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4663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Principle: Autonomy needs guardrails. The agent proposes, the human disposes.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Robotics: Physical-World Agents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isn't just APIs. When agents control physical systems, the stakes are real.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4688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246888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5544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Inspection Drones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flight paths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 OHE/transmission lines.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triggers: reroute(),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capture_anomaly(), return_base().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60120" y="3611880"/>
            <a:ext cx="201168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611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drone.inspect(corridor_id)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474720" y="1371600"/>
            <a:ext cx="24688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371600"/>
            <a:ext cx="246888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55448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Maintenance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11880" y="2606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arms for repetitive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welding, bolt-tightening,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insulator replacement.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orchestrates sequences.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703320" y="3611880"/>
            <a:ext cx="201168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Text 13"/>
          <p:cNvSpPr/>
          <p:nvPr/>
        </p:nvSpPr>
        <p:spPr>
          <a:xfrm>
            <a:off x="3794760" y="3611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arm.execute(task_seq)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6217920" y="1371600"/>
            <a:ext cx="24688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371600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55448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1792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Actuators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355080" y="2606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crane stop,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zone barriers,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system activation.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acts, human approves.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446520" y="3611880"/>
            <a:ext cx="201168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19"/>
          <p:cNvSpPr/>
          <p:nvPr/>
        </p:nvSpPr>
        <p:spPr>
          <a:xfrm>
            <a:off x="6537960" y="3611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crane.emergency_stop()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731520" y="4160520"/>
            <a:ext cx="7680960" cy="41148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0624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25880" y="41605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difference: a bad API call wastes money. A bad robotic command risks lives. Supervisory control is non-negotiable.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731520" y="4663440"/>
            <a:ext cx="7680960" cy="45720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736592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25880" y="4663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ReAct + Tool Calling pattern applies: the agent reasons, selects the tool, but the human authorises physical actions.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Tech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agent with LangGraph or the OpenAI Assistants API: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2468880" cy="5486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830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LangGraph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9718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 agent framework.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nodes (think, act) 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(transitions). Built-in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tool calling.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1554480"/>
            <a:ext cx="246888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554480"/>
            <a:ext cx="246888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78308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Functions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11880" y="29718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Python functions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decorated with @tool.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reads their docstrings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know when to call them.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554480"/>
            <a:ext cx="246888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554480"/>
            <a:ext cx="246888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78308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55080" y="29718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interrupt node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dangerous actions.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pauses, human reviews,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approves or rejects.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31520" y="4526280"/>
            <a:ext cx="7680960" cy="41148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9028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4526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@tool decorator is the bridge: it turns any Python function into an AI-callable action.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You'll Build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05840"/>
            <a:ext cx="7680960" cy="4114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058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Executing...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03120" y="1600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to check inventory for steel first.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2011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query_inventory_db(item='steel')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423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2423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Returned: 50 tons (Shortfall detected).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834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2834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short. Check the weather route.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246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32461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check_weather_api(route='Mumbai-Pune')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657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3657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Returned: Heavy Monsoons.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drafted the email. Waiting for your approval before sending.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52160" y="4187952"/>
            <a:ext cx="1188720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0" y="4187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78040" y="4187952"/>
            <a:ext cx="100584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0" y="4187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Mission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46888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00200" y="137160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1031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3 tools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query_inventory_db(),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check_weather_api(), 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draft_email() as @tool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decorated Python functions.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24028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66160" y="1188720"/>
            <a:ext cx="246888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34840" y="137160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8"/>
          <p:cNvSpPr/>
          <p:nvPr/>
        </p:nvSpPr>
        <p:spPr>
          <a:xfrm>
            <a:off x="44348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10312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6616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the agent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70332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LangGraph or OpenAI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Assistants API. Bind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pass the supply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objective.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24028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400800" y="1188720"/>
            <a:ext cx="246888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269480" y="137160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3"/>
          <p:cNvSpPr/>
          <p:nvPr/>
        </p:nvSpPr>
        <p:spPr>
          <a:xfrm>
            <a:off x="72694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2103120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0080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HITL gate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53796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human approval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before draft_email.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pauses, human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then Approve/Reject.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731520" y="4389120"/>
            <a:ext cx="7680960" cy="502920"/>
          </a:xfrm>
          <a:prstGeom prst="rect">
            <a:avLst/>
          </a:prstGeom>
          <a:solidFill>
            <a:srgbClr val="FFFBEB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462272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25880" y="43891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Watch the agent logs. Does it reason correctly? Does it call the right tools in the right order?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 AI tools to act.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 never let it act alone.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approves the final step.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is powerful because it reasons and acts autonomously. But unchecked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is dangerous — supervisory control keeps the human in command.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365760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319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840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= Think + Act + Observe loop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3840480"/>
            <a:ext cx="365760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9319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3840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keeps humans in command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45948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Task 7 — Multi-Agent: The Mock EPC Bid Syndicate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6: Single Agent — The Autonomous Supply Chain Expeditor</dc:title>
  <dc:subject>PptxGenJS Presentation</dc:subject>
  <dc:creator>Tony — Transrail AI Workshop</dc:creator>
  <cp:lastModifiedBy>Tony — Transrail AI Workshop</cp:lastModifiedBy>
  <cp:revision>1</cp:revision>
  <dcterms:created xsi:type="dcterms:W3CDTF">2026-03-11T23:59:07Z</dcterms:created>
  <dcterms:modified xsi:type="dcterms:W3CDTF">2026-03-11T23:59:07Z</dcterms:modified>
</cp:coreProperties>
</file>