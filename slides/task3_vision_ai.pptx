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PERCEPTIVE &amp; GENERATIVE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AI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Drone-Based Quality &amp; Safety Spotter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machines to see hazards humans might miss.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3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Inspection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of OHE and transmission lines. Thousands of components. Limited human eyes.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Defect Detection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Rusted insulators, cracked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cross-arms, sagging conductors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across vast distances.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747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9659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PPE Compliance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5760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at 40m+ height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safety harnesses.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constant HSE nightmare.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17920" y="1737360"/>
            <a:ext cx="24688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96596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Problem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31546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is slow,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and dangerous.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change the equation.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a drone could see what a human inspector sees — but faster, cheaper, and at scale?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"Sees" the World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fundamentally different approaches to computer vision: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73152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Detection (YOLO)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377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bounding boxes around objects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Real-time on video streams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Custom-trained for specific defects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coordinates + confidence %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3657600" cy="73152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Multimodal LLM (GPT-4o)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3774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context and reasoning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descriptions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no training data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"Worker at pole without harness"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Computers Actually "See"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computer, every image is just a grid of numbers.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Pixels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= 3 numbers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(Red, Green, Blue)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ranging from 0 to 255.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1920×1080 image =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million numbers.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 87, 34) = Orange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color channel is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grayscale layer.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channel, Green channel,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channel — stacked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they form color.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layers × H × W = tensor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Tensors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sees images as 3D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arrays (tensors).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[3, H, W]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raw input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vision model.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torch.Size([3, 224, 224])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of computer vision: extracting meaning from millions of raw numbers.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Pixels to Understanding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neural network builds understanding, layer by layer: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6916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Corners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1–2 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lines, gradients,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textures.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46888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60320" y="15544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69164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56032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5176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3–5 combine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into circles,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grids, curves.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468880"/>
            <a:ext cx="228600" cy="228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54880" y="15544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94960" y="16916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53949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5488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find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insulators, bolts,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harnesses, helmets.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468880"/>
            <a:ext cx="228600" cy="228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949440" y="155448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89520" y="169164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4" name="Text 19"/>
          <p:cNvSpPr/>
          <p:nvPr/>
        </p:nvSpPr>
        <p:spPr>
          <a:xfrm>
            <a:off x="7589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949440" y="2286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Objects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Scenes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040880" y="28346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layers recognize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"worker without harness"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"rusted insulator".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31520" y="4343400"/>
            <a:ext cx="7680960" cy="59436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348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43434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reading: letters → words → sentences → meaning. CNNs build the same hierarchy from pixels.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Tasks of Computer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25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the image?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a transmission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tower" (whole image label)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2286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this site safe? Yes/No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09728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0972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11880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objects?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around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detected object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566160" y="3703320"/>
            <a:ext cx="2286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2"/>
          <p:cNvSpPr/>
          <p:nvPr/>
        </p:nvSpPr>
        <p:spPr>
          <a:xfrm>
            <a:off x="35661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workers found, 1 no harness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972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258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355080" y="24231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outlines.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shape boundaries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object instance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Text 18"/>
          <p:cNvSpPr/>
          <p:nvPr/>
        </p:nvSpPr>
        <p:spPr>
          <a:xfrm>
            <a:off x="630936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Corrosion covers 12% of bolt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315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Transrail inspection, Detection is the sweet spot — we need to know what AND where.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Scores &amp; Thresholds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comes with a confidence score — how sure is the AI?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without harness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508760"/>
            <a:ext cx="41148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508760"/>
            <a:ext cx="3867912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Rusted insulator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41148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0" y="2331720"/>
            <a:ext cx="3209544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3317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crack in cross-arm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3154680"/>
            <a:ext cx="41148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0" y="3154680"/>
            <a:ext cx="1851660" cy="3200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7680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11880"/>
            <a:ext cx="54864" cy="1188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Threshold Trade-off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023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threshold (0.90):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Fewer false alarms, but may miss real hazards (dangerous for safety!).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threshold (0.40):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Catches more hazards, but floods supervisors with false positives.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train from scratch — you stand on the shoulders of giants.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Pre-Trained Model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/ ResNet trained on millions of images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knows: edges, textures, shapes,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objects (people, vehicles, structures)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688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754880" y="1554480"/>
            <a:ext cx="36576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554480"/>
            <a:ext cx="36576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830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77840" y="1783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Fine-Tuned for Transrail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2920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50–200 labeled Transrail images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detects: rusted insulators, missing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harnesses, cracked cross-arms, sagging lines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4160520"/>
            <a:ext cx="3474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731520" y="4160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Millions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2377440" y="4160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images in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model's training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4160520"/>
            <a:ext cx="3657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754880" y="41605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50–200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400800" y="41605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Transrail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 fine-tune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 AI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801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or 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site image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574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2801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202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69748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sent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API endpoint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05740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394960" y="12801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9" name="Text 13"/>
          <p:cNvSpPr/>
          <p:nvPr/>
        </p:nvSpPr>
        <p:spPr>
          <a:xfrm>
            <a:off x="5394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9202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5488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89204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 &amp; defects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05740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94944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58952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18"/>
          <p:cNvSpPr/>
          <p:nvPr/>
        </p:nvSpPr>
        <p:spPr>
          <a:xfrm>
            <a:off x="7589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920240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Annotate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708660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on image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31520" y="3931920"/>
            <a:ext cx="3474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31520" y="393192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0690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3716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Vision AI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13716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inspection: slow, risky, misses defects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937760" y="3931920"/>
            <a:ext cx="3474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4937760" y="393192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4069080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57784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Vision AI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55778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fast, scalable, consistent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a Vision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your lens — it tells the AI what to look for.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645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Inspection Prompt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strict HSE safety inspector. Identify any workers in this image who are NOT wearing a safety harness. Describe their location on the structure."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063240"/>
            <a:ext cx="54864" cy="1280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54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Defect Prompt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3520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"Identify rusted porcelain insulators in this transmission tower image. For each defect, describe the severity and approximate location on the tower."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636008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4572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Be specific about role, what to look for, and desired output format.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Bounding Boxes: The HCI Secret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annotation is worth a thousand coordinates.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Text Output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1945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 "hazard_detected",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"bbox": [120, 45, 300, 250],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"confidence": 0.87}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stares at coordinates.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Meaningless without visual context.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41732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417320"/>
            <a:ext cx="365760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Bounding Box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03520" y="2148840"/>
            <a:ext cx="274320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9280" y="2331720"/>
            <a:ext cx="1097280" cy="914400"/>
          </a:xfrm>
          <a:prstGeom prst="rect">
            <a:avLst/>
          </a:prstGeom>
          <a:ln w="31750">
            <a:solidFill>
              <a:srgbClr val="EF44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0" y="2194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02920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clarity.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= full understanding.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Principle: Visual annotations &gt; raw data. Always draw the box on the image.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3200400" cy="201168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459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Site Image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JPG, PNG — drone or phone photo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1371600"/>
            <a:ext cx="3566160" cy="201168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Hazard Alert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5488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worker climbing monopole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secondary safety harness.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75488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bbox: [120, 45, 300, 250]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05840" y="3611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645920" y="3566160"/>
            <a:ext cx="228600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6459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 / yolov8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669280" y="3520440"/>
            <a:ext cx="2286000" cy="4114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7" name="Text 13"/>
          <p:cNvSpPr/>
          <p:nvPr/>
        </p:nvSpPr>
        <p:spPr>
          <a:xfrm>
            <a:off x="5669280" y="3520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Vision AI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API call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run_vision_analysis()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GPT-4o Vision, Claude 3.5,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YOLOv8.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40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with images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safe + unsafe site images.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AI correctly flags hazards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ignores compliant workers.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402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3"/>
          <p:cNvSpPr/>
          <p:nvPr/>
        </p:nvSpPr>
        <p:spPr>
          <a:xfrm>
            <a:off x="7269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 the box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OpenCV or Pillow to render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bounding box [120, 45, 300, 250]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on the image.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Challenge: Prove that a visual bounding box is infinitely better than a spreadsheet of coordinates.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just print text.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Draw the bounding box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image.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annotation over a rusted insulator provides 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infinitely better user experience than a spreadsheet of coordinates.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1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see what humans miss at scale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931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 builds trust and saves lives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4 — RAG: The 1,000-Page Tender Interrogator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3: Vision AI — Drone-Based Quality &amp; Safety Spotter</dc:title>
  <dc:subject>PptxGenJS Presentation</dc:subject>
  <dc:creator>Tony — Transrail AI Workshop</dc:creator>
  <cp:lastModifiedBy>Tony — Transrail AI Workshop</cp:lastModifiedBy>
  <cp:revision>1</cp:revision>
  <dcterms:created xsi:type="dcterms:W3CDTF">2026-03-11T22:13:57Z</dcterms:created>
  <dcterms:modified xsi:type="dcterms:W3CDTF">2026-03-11T22:13:57Z</dcterms:modified>
</cp:coreProperties>
</file>